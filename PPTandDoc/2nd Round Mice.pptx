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 varScale="1">
        <p:scale>
          <a:sx n="128" d="100"/>
          <a:sy n="128" d="100"/>
        </p:scale>
        <p:origin x="20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49864-51D5-834B-D6DD-52141AC932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358858-2462-00FF-B73E-E22065D5DB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579850-4DAC-2F22-9B4D-C1F504F82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A16FC-2F4C-4B95-8407-DB27D5590194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9A22A9-69B8-EA72-0725-FD178D8D1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CFCF12-A21F-3A44-A3C5-AEFF2E067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FDB84-65AA-4A02-B17A-39383D791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9566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68276-54B0-7624-94D4-5337C1999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C67D10-7B79-56FC-3C18-DF5D1E7518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5A6E5A-8BE3-6976-6DB6-C5908A4AC5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A16FC-2F4C-4B95-8407-DB27D5590194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12EB2B-ADF9-7F51-46D6-5DB54AD9B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D442A9-CB9F-1FF4-460C-584270ACC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FDB84-65AA-4A02-B17A-39383D791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7406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18007-1182-87FE-8398-48A7E76E8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5E24C7-7CC6-33DE-43A9-1F606E4D4D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93DC72-F923-79D5-ED7C-752F6A09AC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A16FC-2F4C-4B95-8407-DB27D5590194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84EE20-31F4-A9C5-D899-4942A5EB7F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AE63B7-DA52-7F59-9427-1DEB7646A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FDB84-65AA-4A02-B17A-39383D791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9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ECE6A-95A8-23E6-5EBA-14FB9BA1E9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7A3B2C-56D4-FEBF-AFC3-CF4F0EA5CB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81090E-A9C0-508B-1906-EECAC668C6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C5A696-DA7E-06E1-EC15-9FCD33A83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A16FC-2F4C-4B95-8407-DB27D5590194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6FF99E-7AD3-5FFF-6CD5-D19286B629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802F3A-FD8B-798A-3E2A-A96665AE5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FDB84-65AA-4A02-B17A-39383D791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3745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A61E3-30C2-1A12-EB2B-5940E930BB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CD5AB6-1859-C1FB-7491-6E8DBEFB00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0F6433-590E-EE0D-3C89-85D85BAB60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05E8A0-D4BB-9981-1AE5-D65140250C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DE69FD5-216C-05C4-B655-7F051CAD8D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68384C-93B5-3664-65FA-C0FF40346E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A16FC-2F4C-4B95-8407-DB27D5590194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B3AE95B-BC4B-E3A8-66E5-A7226AF83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53298DD-92CB-BBAA-30ED-50BACFA81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FDB84-65AA-4A02-B17A-39383D791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9375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0DFB0-6F0D-87D7-5EDB-E79EF1E7B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D8C78F-0955-7EA9-B454-269254091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A16FC-2F4C-4B95-8407-DB27D5590194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3C6A8A-3718-86AE-AEB1-09CE0AEB3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68F4C5-403E-E353-3C89-8DC8BD4D4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FDB84-65AA-4A02-B17A-39383D791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3699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B64FAF-9A3A-A2E2-6D5C-4615A214B7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A16FC-2F4C-4B95-8407-DB27D5590194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192E8C-F381-9076-3AB9-2FAA69DAB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39057C-675B-DFBB-8AA7-EA4F963D4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FDB84-65AA-4A02-B17A-39383D791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198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B40BC-3E11-D728-D0C3-37530E22D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19A7C5-D022-0C37-321B-FC11A166DE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A5092B-07DD-DA30-36DA-BF08C70A2B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2B4D36-ED30-4610-6B8F-150CE7456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A16FC-2F4C-4B95-8407-DB27D5590194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9FCE4F-D481-7BFB-8E2B-0453ABE893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C0EB65-94B4-5391-3C2E-0FA9A5CF9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FDB84-65AA-4A02-B17A-39383D791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38827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E7400-AC49-6FA0-E019-5F328BFAB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624EBFC-1EF6-FD22-04F5-4771189F09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FC7097-D619-A491-B827-3A8E6C2011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10BFAD-42CD-54DD-9FA2-BA04A1FCD7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A16FC-2F4C-4B95-8407-DB27D5590194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C5DC39-EA32-0C57-5A7C-BFE6443B2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6C3782-F963-368C-8146-4F2340497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FDB84-65AA-4A02-B17A-39383D791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8632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3DFE8F-4ADB-67B9-71E3-F65EE2F5B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174518-61EF-4283-2914-863A384EE1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91E4ED-7957-FE1A-139A-D0B7733DC6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A16FC-2F4C-4B95-8407-DB27D5590194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C8194C-EEB6-B575-725A-612A6B8E1F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475C29-B088-3290-3FBD-469279BDE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FDB84-65AA-4A02-B17A-39383D791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6705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7203A5-379B-34AD-9000-768F3BBF6F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77970F-8003-A6EE-5C5C-B88F8B1F43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11E0D9-CE5D-3476-F419-7E40637433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A16FC-2F4C-4B95-8407-DB27D5590194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0012C5-5A9A-6C5C-D36B-53A710B3C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240457-03D3-11D8-7B1C-1905867F3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FDB84-65AA-4A02-B17A-39383D791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4217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22639A7-8AEB-697F-00B4-91281EFB90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846437-EF83-5248-F9FC-487F96E764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767000-A139-344F-A258-FA089D898D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4A16FC-2F4C-4B95-8407-DB27D5590194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0B891B-8040-3A18-D02F-C263F229F3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0FB58B-C8CC-901F-C3D0-8896B66BC7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7FDB84-65AA-4A02-B17A-39383D791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7664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FEC99-3938-89A0-F2F1-F1DCB47D32D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2</a:t>
            </a:r>
            <a:r>
              <a:rPr lang="en-US" baseline="30000" dirty="0"/>
              <a:t>nd</a:t>
            </a:r>
            <a:r>
              <a:rPr lang="en-US" dirty="0"/>
              <a:t> Round Mice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85BDDA-4397-DB02-0C79-3243D8BF949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2145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DA9751-2C34-AC4D-461C-4CCD7E60A5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SL0886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6E2428A-99D0-6BCF-3ED0-14F6F422F51B}"/>
              </a:ext>
            </a:extLst>
          </p:cNvPr>
          <p:cNvGrpSpPr/>
          <p:nvPr/>
        </p:nvGrpSpPr>
        <p:grpSpPr>
          <a:xfrm>
            <a:off x="3424829" y="69532"/>
            <a:ext cx="5342342" cy="6718935"/>
            <a:chOff x="0" y="0"/>
            <a:chExt cx="5248997" cy="7000875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B592A391-8EA6-0332-3FF5-D82CEBF0B11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5248997" cy="7000875"/>
            </a:xfrm>
            <a:prstGeom prst="rect">
              <a:avLst/>
            </a:prstGeom>
          </p:spPr>
        </p:pic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D7AEBDE8-5DB7-4E31-A6A3-8C5F26BF8FA3}"/>
                </a:ext>
              </a:extLst>
            </p:cNvPr>
            <p:cNvCxnSpPr/>
            <p:nvPr/>
          </p:nvCxnSpPr>
          <p:spPr>
            <a:xfrm flipV="1">
              <a:off x="2687186" y="2733721"/>
              <a:ext cx="365849" cy="320955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DC0316BB-AF1F-47DA-933C-E0D147FD80B9}"/>
                </a:ext>
              </a:extLst>
            </p:cNvPr>
            <p:cNvCxnSpPr/>
            <p:nvPr/>
          </p:nvCxnSpPr>
          <p:spPr>
            <a:xfrm flipV="1">
              <a:off x="3085777" y="2762251"/>
              <a:ext cx="28898" cy="399764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8" name="TextBox 5">
              <a:extLst>
                <a:ext uri="{FF2B5EF4-FFF2-40B4-BE49-F238E27FC236}">
                  <a16:creationId xmlns:a16="http://schemas.microsoft.com/office/drawing/2014/main" id="{FD195A53-4346-418D-9BA6-8F10EDCE3000}"/>
                </a:ext>
              </a:extLst>
            </p:cNvPr>
            <p:cNvSpPr txBox="1"/>
            <p:nvPr/>
          </p:nvSpPr>
          <p:spPr>
            <a:xfrm>
              <a:off x="1543050" y="2613604"/>
              <a:ext cx="1082764" cy="300895"/>
            </a:xfrm>
            <a:prstGeom prst="rect">
              <a:avLst/>
            </a:prstGeom>
            <a:solidFill>
              <a:schemeClr val="lt1"/>
            </a:solidFill>
            <a:ln w="9525" cmpd="sng">
              <a:solidFill>
                <a:schemeClr val="lt1">
                  <a:shade val="50000"/>
                </a:scheme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t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/>
                <a:t>injection sites</a:t>
              </a: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0273327C-AEC8-4714-A5EA-B0E088722CAC}"/>
                </a:ext>
              </a:extLst>
            </p:cNvPr>
            <p:cNvGrpSpPr/>
            <p:nvPr/>
          </p:nvGrpSpPr>
          <p:grpSpPr>
            <a:xfrm>
              <a:off x="3217743" y="1704975"/>
              <a:ext cx="1513613" cy="994959"/>
              <a:chOff x="3217741" y="1704976"/>
              <a:chExt cx="1558630" cy="958215"/>
            </a:xfrm>
          </p:grpSpPr>
          <p:cxnSp>
            <p:nvCxnSpPr>
              <p:cNvPr id="11" name="Straight Arrow Connector 10">
                <a:extLst>
                  <a:ext uri="{FF2B5EF4-FFF2-40B4-BE49-F238E27FC236}">
                    <a16:creationId xmlns:a16="http://schemas.microsoft.com/office/drawing/2014/main" id="{04C36FC9-F071-F4F4-A7F1-F267AA43CA3A}"/>
                  </a:ext>
                </a:extLst>
              </p:cNvPr>
              <p:cNvCxnSpPr/>
              <p:nvPr/>
            </p:nvCxnSpPr>
            <p:spPr>
              <a:xfrm flipH="1">
                <a:off x="3217741" y="2061211"/>
                <a:ext cx="684806" cy="601980"/>
              </a:xfrm>
              <a:prstGeom prst="straightConnector1">
                <a:avLst/>
              </a:prstGeom>
              <a:ln w="762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TextBox 8">
                <a:extLst>
                  <a:ext uri="{FF2B5EF4-FFF2-40B4-BE49-F238E27FC236}">
                    <a16:creationId xmlns:a16="http://schemas.microsoft.com/office/drawing/2014/main" id="{A67D36EE-0FD3-BCB7-7797-76F80C33DBC5}"/>
                  </a:ext>
                </a:extLst>
              </p:cNvPr>
              <p:cNvSpPr txBox="1"/>
              <p:nvPr/>
            </p:nvSpPr>
            <p:spPr>
              <a:xfrm>
                <a:off x="3692086" y="1704976"/>
                <a:ext cx="1084285" cy="285750"/>
              </a:xfrm>
              <a:prstGeom prst="rect">
                <a:avLst/>
              </a:prstGeom>
              <a:solidFill>
                <a:schemeClr val="lt1"/>
              </a:solidFill>
              <a:ln w="9525" cmpd="sng">
                <a:solidFill>
                  <a:schemeClr val="lt1">
                    <a:shade val="50000"/>
                  </a:schemeClr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wrap="square" rtlCol="0" anchor="t"/>
              <a:lstStyle>
                <a:lvl1pPr marL="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1100"/>
                  <a:t>AP -1.1, ML 3.3</a:t>
                </a:r>
              </a:p>
            </p:txBody>
          </p:sp>
        </p:grp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EC4F5480-9C9D-4608-8A0B-5353F13B1146}"/>
                </a:ext>
              </a:extLst>
            </p:cNvPr>
            <p:cNvCxnSpPr/>
            <p:nvPr/>
          </p:nvCxnSpPr>
          <p:spPr>
            <a:xfrm>
              <a:off x="2695575" y="2343151"/>
              <a:ext cx="424135" cy="29532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865335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DEA84-DD0C-F575-2F6F-245852D5F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SL0864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EE8A09-0361-D437-67D3-37FDE70EA8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E96843-BC96-7A4F-B09C-C16B686F968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5740" y="1238598"/>
            <a:ext cx="4356686" cy="548119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2D3310F-484F-66D3-75C4-DEB254C7A3B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2022" y="1187126"/>
            <a:ext cx="3963117" cy="4989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25807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8C32C-16AD-D924-B857-D4D09B62C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SL0865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1DA809-7EEF-921B-3D2F-BFC3E18D1D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D7422D-43C8-1904-00C4-9EA4C89368A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8105" y="703953"/>
            <a:ext cx="4415790" cy="5450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15754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F7B2B-4537-B620-D1DB-595371CB9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SL0900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0429AD-0C87-5F38-F778-6D41FA162A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8F1319C-2012-E2B4-C55A-75CBE6CEC95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3075" y="487652"/>
            <a:ext cx="4745850" cy="5882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01317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C75FC-8CF4-EDDB-6113-E74802FD6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SL0893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696639-CAFC-EC4B-C4B8-9D773F0B35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DEF5DFF-9629-573E-90FE-7836506FE00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2527" y="124878"/>
            <a:ext cx="5128755" cy="6367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09524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16</Words>
  <Application>Microsoft Office PowerPoint</Application>
  <PresentationFormat>Widescreen</PresentationFormat>
  <Paragraphs>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2nd Round Mice</vt:lpstr>
      <vt:lpstr>SL0886</vt:lpstr>
      <vt:lpstr>SL0864</vt:lpstr>
      <vt:lpstr>SL0865</vt:lpstr>
      <vt:lpstr>SL0900</vt:lpstr>
      <vt:lpstr>SL0893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Zhang, Lu (NIH/NIMH) [C]</dc:creator>
  <cp:lastModifiedBy>Zhang, Lu (NIH/NIMH) [C]</cp:lastModifiedBy>
  <cp:revision>1</cp:revision>
  <cp:lastPrinted>2025-04-07T14:34:07Z</cp:lastPrinted>
  <dcterms:created xsi:type="dcterms:W3CDTF">2025-04-07T14:30:47Z</dcterms:created>
  <dcterms:modified xsi:type="dcterms:W3CDTF">2025-04-07T15:39:34Z</dcterms:modified>
</cp:coreProperties>
</file>