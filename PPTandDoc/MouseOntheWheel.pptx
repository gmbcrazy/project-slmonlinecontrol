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91A2A-92F7-4C86-45BD-5ABFBBC40C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4418E3-6690-7CAB-6B20-7B092387FE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BBF4C-8BD6-6677-2D93-8CB29B5E8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79863-EBDD-4A7F-8EA6-251D86980477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154BA-27C7-2E75-56FE-7B20B5407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197BC-59A3-97EB-D06C-AB3115EF3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A085B-A6E7-459F-BEF8-8C8DE69EAC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265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AA654-918A-0D2C-D338-C55C71805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786E7-1B7C-3866-FDF1-F70D5D811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C24B8-8FAD-601A-F01C-2CA2E4B4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79863-EBDD-4A7F-8EA6-251D86980477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00419-30F4-341C-9929-AD39E3CBA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90DE7-8FBA-7F3B-EB0C-A9D0C6F6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A085B-A6E7-459F-BEF8-8C8DE69EAC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5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E3AA1-C9A6-F9E0-4562-38A675C69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2ED07-F918-2E44-C859-9CBA6629E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F8997-3EBD-6C70-7ACF-7ACEDE7D7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79863-EBDD-4A7F-8EA6-251D86980477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73308E-89EB-6CC7-8485-CA7F23D60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F22CD-620C-8202-6EDB-4E48A366D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A085B-A6E7-459F-BEF8-8C8DE69EAC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390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A31F3A-9EEC-E510-3A4F-31570BA78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3B1D43-252E-F11B-6A0F-27FFEFCB14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DC0F6E-27E8-DC35-D089-A4FC505281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6425DC-84D6-504A-EAC1-5A355679E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79863-EBDD-4A7F-8EA6-251D86980477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ECFBF5-E3ED-B661-BE3F-EA37F393B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5D0714-2A07-5C4D-F649-796F56E4A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A085B-A6E7-459F-BEF8-8C8DE69EAC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299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41482-D729-13F6-9BF8-C0679FEDF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E844E5-7D9E-E003-95CE-A48B818CF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9D2A90-D5FA-2433-C2C7-423D8B980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105652-B395-33E1-9B55-40CFF30285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268A1C-1FFD-6D64-EF03-B5A56F7A05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486DCF-9095-491E-EB07-C17AF36B7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79863-EBDD-4A7F-8EA6-251D86980477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E4C604-EB7E-5253-E563-407C9ECFE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8BA2A4-1AA5-A4FD-FD96-7AF4CEFC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A085B-A6E7-459F-BEF8-8C8DE69EAC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124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41D2F-ADE6-D368-3AD3-FCB20978C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15352D-A4CD-B725-B58B-3A15A3BDC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79863-EBDD-4A7F-8EA6-251D86980477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8D9E5-55F4-0F84-1208-AF37FD679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F2BB7D-99B8-B4B7-9EF0-92FE5100E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A085B-A6E7-459F-BEF8-8C8DE69EAC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231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2FA18A-08C3-9D89-B09A-6DEB3E2AC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79863-EBDD-4A7F-8EA6-251D86980477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363E7F-91BD-D631-B367-B6671506B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01174-3AA9-A1F6-B047-F3D4B0BBD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A085B-A6E7-459F-BEF8-8C8DE69EAC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553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DF796-1E59-D93F-4CD9-9C1D7336C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56CC3-DF39-CB77-BC47-6B7C3F274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D6573A-64AB-028B-E53B-BCF5806F6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2A0FB8-57B7-D519-2060-492EE4123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79863-EBDD-4A7F-8EA6-251D86980477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6FFEB5-1021-955E-0A20-FF9B4FF9C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ACA557-1C78-8CAA-DD52-3794A82AE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A085B-A6E7-459F-BEF8-8C8DE69EAC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432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7BB53-2D04-10D1-5ACB-67360D48F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98C3F4-1B29-7B9E-295B-9CCBA21C71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F47169-D81C-C10F-BF60-DCAA4F1D0A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65C784-D4B7-EBB9-1EE3-671866D69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79863-EBDD-4A7F-8EA6-251D86980477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AF7954-BC7C-66F6-C614-25B67CA8B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F24EAC-8AD5-338D-3ADE-81CD7EE51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A085B-A6E7-459F-BEF8-8C8DE69EAC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657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59FB0-3BEA-87ED-7379-311F58F54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FDCCA1-1374-9DD6-2663-9267ACD0E9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18405-373B-63E0-99A2-CBA723305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79863-EBDD-4A7F-8EA6-251D86980477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D94BE-8C06-6E0B-D317-1478BF5D5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42DAC-618C-6BDA-A94D-00C9EC314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A085B-A6E7-459F-BEF8-8C8DE69EAC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42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7ABC0A-0A5E-49B6-E133-672DDB3244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5861E9-E38D-C86C-3141-66952AFD63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BAC1A-69FB-381A-3BCE-9505F2A83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79863-EBDD-4A7F-8EA6-251D86980477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877B8-343C-CA98-E945-E06CDF795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1F7FA-180D-E4A9-D64A-062AF5935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A085B-A6E7-459F-BEF8-8C8DE69EAC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676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0AF679-1960-93B3-A676-51DEA701A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57171-72CE-22ED-BB92-36A9C92FAE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7BE0B5-4D14-95E2-E658-A83AD75C1C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879863-EBDD-4A7F-8EA6-251D86980477}" type="datetimeFigureOut">
              <a:rPr lang="en-US" smtClean="0"/>
              <a:t>4/2/2025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2E6-CF2D-E7CB-272F-3E0F77A376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07491-57CC-6427-7DC8-9950D558B0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5A085B-A6E7-459F-BEF8-8C8DE69EAC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126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9A1F6-9ED5-5766-0AD5-4F0832029B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9A19D2-30F9-4E7E-F34E-977EAAEF32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72F8A40-FCCB-0163-7141-CCC9637F9F4B}"/>
              </a:ext>
            </a:extLst>
          </p:cNvPr>
          <p:cNvGrpSpPr>
            <a:grpSpLocks noChangeAspect="1"/>
          </p:cNvGrpSpPr>
          <p:nvPr/>
        </p:nvGrpSpPr>
        <p:grpSpPr>
          <a:xfrm>
            <a:off x="569133" y="3969741"/>
            <a:ext cx="2847205" cy="1594329"/>
            <a:chOff x="2088311" y="1883434"/>
            <a:chExt cx="8131304" cy="455323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C74B72B-B4DE-DAB3-17DB-26EB517500E4}"/>
                </a:ext>
              </a:extLst>
            </p:cNvPr>
            <p:cNvGrpSpPr/>
            <p:nvPr/>
          </p:nvGrpSpPr>
          <p:grpSpPr>
            <a:xfrm>
              <a:off x="5458801" y="3386171"/>
              <a:ext cx="1276943" cy="1859229"/>
              <a:chOff x="6982158" y="2960846"/>
              <a:chExt cx="1276943" cy="1859229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6DE2B4D9-4EC9-1198-4817-C29F256C7A0E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982158" y="2960846"/>
                <a:ext cx="1276943" cy="1859229"/>
                <a:chOff x="4389197" y="2412115"/>
                <a:chExt cx="2064123" cy="2435598"/>
              </a:xfrm>
              <a:solidFill>
                <a:schemeClr val="bg1">
                  <a:lumMod val="85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61" name="Can 3">
                  <a:extLst>
                    <a:ext uri="{FF2B5EF4-FFF2-40B4-BE49-F238E27FC236}">
                      <a16:creationId xmlns:a16="http://schemas.microsoft.com/office/drawing/2014/main" id="{3C73D602-3B24-2B16-C65E-364DD1705A3F}"/>
                    </a:ext>
                  </a:extLst>
                </p:cNvPr>
                <p:cNvSpPr/>
                <p:nvPr/>
              </p:nvSpPr>
              <p:spPr>
                <a:xfrm rot="5400000">
                  <a:off x="4203460" y="2597852"/>
                  <a:ext cx="2435598" cy="2064123"/>
                </a:xfrm>
                <a:prstGeom prst="can">
                  <a:avLst/>
                </a:prstGeom>
                <a:grpFill/>
                <a:ln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scene3d>
                  <a:camera prst="orthographicFront"/>
                  <a:lightRig rig="threePt" dir="t"/>
                </a:scene3d>
                <a:sp3d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66F5B0D0-4A90-F93D-EC5F-12F8BCA16023}"/>
                    </a:ext>
                  </a:extLst>
                </p:cNvPr>
                <p:cNvSpPr/>
                <p:nvPr/>
              </p:nvSpPr>
              <p:spPr>
                <a:xfrm>
                  <a:off x="5989399" y="2479349"/>
                  <a:ext cx="411402" cy="2294357"/>
                </a:xfrm>
                <a:prstGeom prst="ellipse">
                  <a:avLst/>
                </a:prstGeom>
                <a:grpFill/>
                <a:ln w="9525">
                  <a:solidFill>
                    <a:schemeClr val="bg1">
                      <a:lumMod val="65000"/>
                    </a:schemeClr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  <a:bevelB prst="relaxedInset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8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41F30E7E-B523-9CD3-F60D-BC251D7F7DA4}"/>
                    </a:ext>
                  </a:extLst>
                </p:cNvPr>
                <p:cNvCxnSpPr>
                  <a:cxnSpLocks/>
                  <a:stCxn id="62" idx="1"/>
                  <a:endCxn id="62" idx="5"/>
                </p:cNvCxnSpPr>
                <p:nvPr/>
              </p:nvCxnSpPr>
              <p:spPr>
                <a:xfrm>
                  <a:off x="6049647" y="2815350"/>
                  <a:ext cx="290906" cy="1622355"/>
                </a:xfrm>
                <a:prstGeom prst="line">
                  <a:avLst/>
                </a:prstGeom>
                <a:grpFill/>
                <a:ln w="9525">
                  <a:solidFill>
                    <a:schemeClr val="bg1">
                      <a:lumMod val="65000"/>
                    </a:schemeClr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  <a:bevelB prst="relaxedInset"/>
                </a:sp3d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2B9C2D42-1F23-BB60-6291-3FE6C80354BD}"/>
                    </a:ext>
                  </a:extLst>
                </p:cNvPr>
                <p:cNvCxnSpPr>
                  <a:cxnSpLocks/>
                  <a:stCxn id="62" idx="7"/>
                  <a:endCxn id="62" idx="3"/>
                </p:cNvCxnSpPr>
                <p:nvPr/>
              </p:nvCxnSpPr>
              <p:spPr>
                <a:xfrm flipH="1">
                  <a:off x="6049647" y="2815350"/>
                  <a:ext cx="290906" cy="1622355"/>
                </a:xfrm>
                <a:prstGeom prst="line">
                  <a:avLst/>
                </a:prstGeom>
                <a:grpFill/>
                <a:ln w="9525">
                  <a:solidFill>
                    <a:schemeClr val="bg1">
                      <a:lumMod val="65000"/>
                    </a:schemeClr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  <a:bevelB prst="relaxedInset"/>
                </a:sp3d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80569E7C-F1BC-71C9-EED2-C577E6D7C246}"/>
                    </a:ext>
                  </a:extLst>
                </p:cNvPr>
                <p:cNvCxnSpPr>
                  <a:cxnSpLocks/>
                  <a:stCxn id="62" idx="0"/>
                  <a:endCxn id="62" idx="4"/>
                </p:cNvCxnSpPr>
                <p:nvPr/>
              </p:nvCxnSpPr>
              <p:spPr>
                <a:xfrm>
                  <a:off x="6195100" y="2479349"/>
                  <a:ext cx="0" cy="2294357"/>
                </a:xfrm>
                <a:prstGeom prst="line">
                  <a:avLst/>
                </a:prstGeom>
                <a:grpFill/>
                <a:ln w="9525">
                  <a:solidFill>
                    <a:schemeClr val="bg1">
                      <a:lumMod val="65000"/>
                    </a:schemeClr>
                  </a:solidFill>
                </a:ln>
                <a:scene3d>
                  <a:camera prst="orthographicFront"/>
                  <a:lightRig rig="threePt" dir="t"/>
                </a:scene3d>
                <a:sp3d>
                  <a:bevelT/>
                  <a:bevelB prst="relaxedInset"/>
                </a:sp3d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6" name="Rounded Rectangle 42">
                <a:extLst>
                  <a:ext uri="{FF2B5EF4-FFF2-40B4-BE49-F238E27FC236}">
                    <a16:creationId xmlns:a16="http://schemas.microsoft.com/office/drawing/2014/main" id="{BA36C754-63B3-4E90-834D-779CD360156A}"/>
                  </a:ext>
                </a:extLst>
              </p:cNvPr>
              <p:cNvSpPr/>
              <p:nvPr/>
            </p:nvSpPr>
            <p:spPr>
              <a:xfrm>
                <a:off x="7120043" y="2997480"/>
                <a:ext cx="899963" cy="18288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" name="Rounded Rectangle 115">
                <a:extLst>
                  <a:ext uri="{FF2B5EF4-FFF2-40B4-BE49-F238E27FC236}">
                    <a16:creationId xmlns:a16="http://schemas.microsoft.com/office/drawing/2014/main" id="{5095541C-7D40-71AF-04C6-C2A7CFECF676}"/>
                  </a:ext>
                </a:extLst>
              </p:cNvPr>
              <p:cNvSpPr/>
              <p:nvPr/>
            </p:nvSpPr>
            <p:spPr>
              <a:xfrm>
                <a:off x="7088147" y="3101156"/>
                <a:ext cx="899963" cy="18288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8" name="Rounded Rectangle 116">
                <a:extLst>
                  <a:ext uri="{FF2B5EF4-FFF2-40B4-BE49-F238E27FC236}">
                    <a16:creationId xmlns:a16="http://schemas.microsoft.com/office/drawing/2014/main" id="{B20C1C04-AB2F-1FB6-5A9E-7F265587618C}"/>
                  </a:ext>
                </a:extLst>
              </p:cNvPr>
              <p:cNvSpPr/>
              <p:nvPr/>
            </p:nvSpPr>
            <p:spPr>
              <a:xfrm>
                <a:off x="7066883" y="3204832"/>
                <a:ext cx="899963" cy="18288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" name="Rounded Rectangle 117">
                <a:extLst>
                  <a:ext uri="{FF2B5EF4-FFF2-40B4-BE49-F238E27FC236}">
                    <a16:creationId xmlns:a16="http://schemas.microsoft.com/office/drawing/2014/main" id="{0564E959-4A26-1117-11D7-252B3E233B81}"/>
                  </a:ext>
                </a:extLst>
              </p:cNvPr>
              <p:cNvSpPr/>
              <p:nvPr/>
            </p:nvSpPr>
            <p:spPr>
              <a:xfrm>
                <a:off x="7040303" y="3308508"/>
                <a:ext cx="899963" cy="18288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" name="Rounded Rectangle 118">
                <a:extLst>
                  <a:ext uri="{FF2B5EF4-FFF2-40B4-BE49-F238E27FC236}">
                    <a16:creationId xmlns:a16="http://schemas.microsoft.com/office/drawing/2014/main" id="{968D089F-7E81-CDB1-6E39-55F55A05309B}"/>
                  </a:ext>
                </a:extLst>
              </p:cNvPr>
              <p:cNvSpPr/>
              <p:nvPr/>
            </p:nvSpPr>
            <p:spPr>
              <a:xfrm>
                <a:off x="7029667" y="3412184"/>
                <a:ext cx="899963" cy="18288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" name="Rounded Rectangle 119">
                <a:extLst>
                  <a:ext uri="{FF2B5EF4-FFF2-40B4-BE49-F238E27FC236}">
                    <a16:creationId xmlns:a16="http://schemas.microsoft.com/office/drawing/2014/main" id="{30661BF8-03B3-BDB1-C7A9-F10C1FA8BBB2}"/>
                  </a:ext>
                </a:extLst>
              </p:cNvPr>
              <p:cNvSpPr/>
              <p:nvPr/>
            </p:nvSpPr>
            <p:spPr>
              <a:xfrm>
                <a:off x="7013717" y="3515860"/>
                <a:ext cx="899963" cy="18288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" name="Rounded Rectangle 120">
                <a:extLst>
                  <a:ext uri="{FF2B5EF4-FFF2-40B4-BE49-F238E27FC236}">
                    <a16:creationId xmlns:a16="http://schemas.microsoft.com/office/drawing/2014/main" id="{D2AF71CF-1AA0-7629-CF4B-9F156F138899}"/>
                  </a:ext>
                </a:extLst>
              </p:cNvPr>
              <p:cNvSpPr/>
              <p:nvPr/>
            </p:nvSpPr>
            <p:spPr>
              <a:xfrm>
                <a:off x="7008402" y="3619536"/>
                <a:ext cx="899963" cy="18288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" name="Rounded Rectangle 121">
                <a:extLst>
                  <a:ext uri="{FF2B5EF4-FFF2-40B4-BE49-F238E27FC236}">
                    <a16:creationId xmlns:a16="http://schemas.microsoft.com/office/drawing/2014/main" id="{DB297268-7562-8D6B-8B78-FF1402721078}"/>
                  </a:ext>
                </a:extLst>
              </p:cNvPr>
              <p:cNvSpPr/>
              <p:nvPr/>
            </p:nvSpPr>
            <p:spPr>
              <a:xfrm>
                <a:off x="7008401" y="3826888"/>
                <a:ext cx="899963" cy="18288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" name="Rounded Rectangle 122">
                <a:extLst>
                  <a:ext uri="{FF2B5EF4-FFF2-40B4-BE49-F238E27FC236}">
                    <a16:creationId xmlns:a16="http://schemas.microsoft.com/office/drawing/2014/main" id="{DAE6BE0A-67D9-761F-7733-97072455A80C}"/>
                  </a:ext>
                </a:extLst>
              </p:cNvPr>
              <p:cNvSpPr/>
              <p:nvPr/>
            </p:nvSpPr>
            <p:spPr>
              <a:xfrm>
                <a:off x="7013719" y="4034240"/>
                <a:ext cx="899963" cy="18288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Rounded Rectangle 123">
                <a:extLst>
                  <a:ext uri="{FF2B5EF4-FFF2-40B4-BE49-F238E27FC236}">
                    <a16:creationId xmlns:a16="http://schemas.microsoft.com/office/drawing/2014/main" id="{4A37E3D9-68F8-29A6-6985-8CEBF12C3A8C}"/>
                  </a:ext>
                </a:extLst>
              </p:cNvPr>
              <p:cNvSpPr/>
              <p:nvPr/>
            </p:nvSpPr>
            <p:spPr>
              <a:xfrm>
                <a:off x="7029668" y="4241592"/>
                <a:ext cx="899963" cy="18288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" name="Rounded Rectangle 126">
                <a:extLst>
                  <a:ext uri="{FF2B5EF4-FFF2-40B4-BE49-F238E27FC236}">
                    <a16:creationId xmlns:a16="http://schemas.microsoft.com/office/drawing/2014/main" id="{8BF8B69E-2203-FC85-9912-0EB1DFA46725}"/>
                  </a:ext>
                </a:extLst>
              </p:cNvPr>
              <p:cNvSpPr/>
              <p:nvPr/>
            </p:nvSpPr>
            <p:spPr>
              <a:xfrm>
                <a:off x="7056248" y="4448944"/>
                <a:ext cx="899963" cy="18288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" name="Rounded Rectangle 127">
                <a:extLst>
                  <a:ext uri="{FF2B5EF4-FFF2-40B4-BE49-F238E27FC236}">
                    <a16:creationId xmlns:a16="http://schemas.microsoft.com/office/drawing/2014/main" id="{C2FBF880-2D04-A284-6EBF-2AD0249206F9}"/>
                  </a:ext>
                </a:extLst>
              </p:cNvPr>
              <p:cNvSpPr/>
              <p:nvPr/>
            </p:nvSpPr>
            <p:spPr>
              <a:xfrm>
                <a:off x="7082831" y="4656296"/>
                <a:ext cx="899963" cy="18288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8" name="Rounded Rectangle 128">
                <a:extLst>
                  <a:ext uri="{FF2B5EF4-FFF2-40B4-BE49-F238E27FC236}">
                    <a16:creationId xmlns:a16="http://schemas.microsoft.com/office/drawing/2014/main" id="{EC002DBE-11D8-86B7-BD11-6B00F4B07DB4}"/>
                  </a:ext>
                </a:extLst>
              </p:cNvPr>
              <p:cNvSpPr/>
              <p:nvPr/>
            </p:nvSpPr>
            <p:spPr>
              <a:xfrm>
                <a:off x="7008402" y="3723212"/>
                <a:ext cx="899963" cy="18288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" name="Rounded Rectangle 129">
                <a:extLst>
                  <a:ext uri="{FF2B5EF4-FFF2-40B4-BE49-F238E27FC236}">
                    <a16:creationId xmlns:a16="http://schemas.microsoft.com/office/drawing/2014/main" id="{1E86D787-D21A-96D5-0AE6-1F18970683AC}"/>
                  </a:ext>
                </a:extLst>
              </p:cNvPr>
              <p:cNvSpPr/>
              <p:nvPr/>
            </p:nvSpPr>
            <p:spPr>
              <a:xfrm>
                <a:off x="7008401" y="3930564"/>
                <a:ext cx="899963" cy="18288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" name="Rounded Rectangle 131">
                <a:extLst>
                  <a:ext uri="{FF2B5EF4-FFF2-40B4-BE49-F238E27FC236}">
                    <a16:creationId xmlns:a16="http://schemas.microsoft.com/office/drawing/2014/main" id="{4BE27FE6-350A-1785-B763-3AD71909B2E5}"/>
                  </a:ext>
                </a:extLst>
              </p:cNvPr>
              <p:cNvSpPr/>
              <p:nvPr/>
            </p:nvSpPr>
            <p:spPr>
              <a:xfrm>
                <a:off x="7019034" y="4137916"/>
                <a:ext cx="899963" cy="18288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" name="Rounded Rectangle 132">
                <a:extLst>
                  <a:ext uri="{FF2B5EF4-FFF2-40B4-BE49-F238E27FC236}">
                    <a16:creationId xmlns:a16="http://schemas.microsoft.com/office/drawing/2014/main" id="{A7EAF739-0BCA-2D27-F158-976B15FE0829}"/>
                  </a:ext>
                </a:extLst>
              </p:cNvPr>
              <p:cNvSpPr/>
              <p:nvPr/>
            </p:nvSpPr>
            <p:spPr>
              <a:xfrm>
                <a:off x="7034982" y="4345268"/>
                <a:ext cx="899963" cy="18288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" name="Rounded Rectangle 133">
                <a:extLst>
                  <a:ext uri="{FF2B5EF4-FFF2-40B4-BE49-F238E27FC236}">
                    <a16:creationId xmlns:a16="http://schemas.microsoft.com/office/drawing/2014/main" id="{E3ED7C12-EFD9-1CDB-E810-1975CDC7618A}"/>
                  </a:ext>
                </a:extLst>
              </p:cNvPr>
              <p:cNvSpPr/>
              <p:nvPr/>
            </p:nvSpPr>
            <p:spPr>
              <a:xfrm>
                <a:off x="7066882" y="4552620"/>
                <a:ext cx="899963" cy="18288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" name="Rounded Rectangle 134">
                <a:extLst>
                  <a:ext uri="{FF2B5EF4-FFF2-40B4-BE49-F238E27FC236}">
                    <a16:creationId xmlns:a16="http://schemas.microsoft.com/office/drawing/2014/main" id="{FAC69820-52F3-E58D-89EE-7EAD7EB5EDAF}"/>
                  </a:ext>
                </a:extLst>
              </p:cNvPr>
              <p:cNvSpPr/>
              <p:nvPr/>
            </p:nvSpPr>
            <p:spPr>
              <a:xfrm>
                <a:off x="7125359" y="4759982"/>
                <a:ext cx="899963" cy="18288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4" name="Rounded Rectangle 177">
                <a:extLst>
                  <a:ext uri="{FF2B5EF4-FFF2-40B4-BE49-F238E27FC236}">
                    <a16:creationId xmlns:a16="http://schemas.microsoft.com/office/drawing/2014/main" id="{DF6212EB-CDBB-9FCB-9BC5-B3176B2647A5}"/>
                  </a:ext>
                </a:extLst>
              </p:cNvPr>
              <p:cNvSpPr/>
              <p:nvPr/>
            </p:nvSpPr>
            <p:spPr>
              <a:xfrm>
                <a:off x="7100444" y="3049318"/>
                <a:ext cx="899963" cy="18288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" name="Rounded Rectangle 178">
                <a:extLst>
                  <a:ext uri="{FF2B5EF4-FFF2-40B4-BE49-F238E27FC236}">
                    <a16:creationId xmlns:a16="http://schemas.microsoft.com/office/drawing/2014/main" id="{9DC80873-C2BD-4BC5-31A4-6BC31E4BEBE0}"/>
                  </a:ext>
                </a:extLst>
              </p:cNvPr>
              <p:cNvSpPr/>
              <p:nvPr/>
            </p:nvSpPr>
            <p:spPr>
              <a:xfrm>
                <a:off x="7068548" y="3152994"/>
                <a:ext cx="899963" cy="18288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6" name="Rounded Rectangle 179">
                <a:extLst>
                  <a:ext uri="{FF2B5EF4-FFF2-40B4-BE49-F238E27FC236}">
                    <a16:creationId xmlns:a16="http://schemas.microsoft.com/office/drawing/2014/main" id="{0DFE9931-225E-2681-E08D-B77E797A2085}"/>
                  </a:ext>
                </a:extLst>
              </p:cNvPr>
              <p:cNvSpPr/>
              <p:nvPr/>
            </p:nvSpPr>
            <p:spPr>
              <a:xfrm>
                <a:off x="7052600" y="3256670"/>
                <a:ext cx="899963" cy="18288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7" name="Rounded Rectangle 180">
                <a:extLst>
                  <a:ext uri="{FF2B5EF4-FFF2-40B4-BE49-F238E27FC236}">
                    <a16:creationId xmlns:a16="http://schemas.microsoft.com/office/drawing/2014/main" id="{847C1C46-FE5B-633E-BC9D-48C1B6C8E6F4}"/>
                  </a:ext>
                </a:extLst>
              </p:cNvPr>
              <p:cNvSpPr/>
              <p:nvPr/>
            </p:nvSpPr>
            <p:spPr>
              <a:xfrm>
                <a:off x="7036652" y="3360346"/>
                <a:ext cx="899963" cy="18288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8" name="Rounded Rectangle 181">
                <a:extLst>
                  <a:ext uri="{FF2B5EF4-FFF2-40B4-BE49-F238E27FC236}">
                    <a16:creationId xmlns:a16="http://schemas.microsoft.com/office/drawing/2014/main" id="{E196EA4D-7B1A-AE61-21C9-B2C21A3B9AB1}"/>
                  </a:ext>
                </a:extLst>
              </p:cNvPr>
              <p:cNvSpPr/>
              <p:nvPr/>
            </p:nvSpPr>
            <p:spPr>
              <a:xfrm>
                <a:off x="7020700" y="3464022"/>
                <a:ext cx="899963" cy="18288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9" name="Rounded Rectangle 182">
                <a:extLst>
                  <a:ext uri="{FF2B5EF4-FFF2-40B4-BE49-F238E27FC236}">
                    <a16:creationId xmlns:a16="http://schemas.microsoft.com/office/drawing/2014/main" id="{8911CDAC-7F7C-27C0-66C4-BE34C5F37D9D}"/>
                  </a:ext>
                </a:extLst>
              </p:cNvPr>
              <p:cNvSpPr/>
              <p:nvPr/>
            </p:nvSpPr>
            <p:spPr>
              <a:xfrm>
                <a:off x="7015386" y="3567698"/>
                <a:ext cx="899963" cy="18288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0" name="Rounded Rectangle 183">
                <a:extLst>
                  <a:ext uri="{FF2B5EF4-FFF2-40B4-BE49-F238E27FC236}">
                    <a16:creationId xmlns:a16="http://schemas.microsoft.com/office/drawing/2014/main" id="{FC3DB613-1FDB-FC91-1FE9-0D72B3BCD7A6}"/>
                  </a:ext>
                </a:extLst>
              </p:cNvPr>
              <p:cNvSpPr/>
              <p:nvPr/>
            </p:nvSpPr>
            <p:spPr>
              <a:xfrm>
                <a:off x="7004750" y="3671374"/>
                <a:ext cx="899963" cy="18288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1" name="Rounded Rectangle 184">
                <a:extLst>
                  <a:ext uri="{FF2B5EF4-FFF2-40B4-BE49-F238E27FC236}">
                    <a16:creationId xmlns:a16="http://schemas.microsoft.com/office/drawing/2014/main" id="{F95B3E06-E9C1-55AC-87C5-9331F7B4C7D0}"/>
                  </a:ext>
                </a:extLst>
              </p:cNvPr>
              <p:cNvSpPr/>
              <p:nvPr/>
            </p:nvSpPr>
            <p:spPr>
              <a:xfrm>
                <a:off x="7010067" y="3878726"/>
                <a:ext cx="899963" cy="18288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2" name="Rounded Rectangle 185">
                <a:extLst>
                  <a:ext uri="{FF2B5EF4-FFF2-40B4-BE49-F238E27FC236}">
                    <a16:creationId xmlns:a16="http://schemas.microsoft.com/office/drawing/2014/main" id="{D9E58392-3030-745E-5A60-3341BB5234CD}"/>
                  </a:ext>
                </a:extLst>
              </p:cNvPr>
              <p:cNvSpPr/>
              <p:nvPr/>
            </p:nvSpPr>
            <p:spPr>
              <a:xfrm>
                <a:off x="7020697" y="4086078"/>
                <a:ext cx="899963" cy="18288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" name="Rounded Rectangle 186">
                <a:extLst>
                  <a:ext uri="{FF2B5EF4-FFF2-40B4-BE49-F238E27FC236}">
                    <a16:creationId xmlns:a16="http://schemas.microsoft.com/office/drawing/2014/main" id="{044BA433-A93D-3B4E-FE3B-C742C906ED75}"/>
                  </a:ext>
                </a:extLst>
              </p:cNvPr>
              <p:cNvSpPr/>
              <p:nvPr/>
            </p:nvSpPr>
            <p:spPr>
              <a:xfrm>
                <a:off x="7036651" y="4293430"/>
                <a:ext cx="899963" cy="18288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4" name="Rounded Rectangle 187">
                <a:extLst>
                  <a:ext uri="{FF2B5EF4-FFF2-40B4-BE49-F238E27FC236}">
                    <a16:creationId xmlns:a16="http://schemas.microsoft.com/office/drawing/2014/main" id="{7E7CD2D1-857B-F0CA-0850-1B0C55C646F6}"/>
                  </a:ext>
                </a:extLst>
              </p:cNvPr>
              <p:cNvSpPr/>
              <p:nvPr/>
            </p:nvSpPr>
            <p:spPr>
              <a:xfrm>
                <a:off x="7057914" y="4500782"/>
                <a:ext cx="899963" cy="18288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" name="Rounded Rectangle 188">
                <a:extLst>
                  <a:ext uri="{FF2B5EF4-FFF2-40B4-BE49-F238E27FC236}">
                    <a16:creationId xmlns:a16="http://schemas.microsoft.com/office/drawing/2014/main" id="{52587107-57CC-0BC8-79E5-3CE83D641D98}"/>
                  </a:ext>
                </a:extLst>
              </p:cNvPr>
              <p:cNvSpPr/>
              <p:nvPr/>
            </p:nvSpPr>
            <p:spPr>
              <a:xfrm>
                <a:off x="7100444" y="4708134"/>
                <a:ext cx="899963" cy="18288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6" name="Rounded Rectangle 189">
                <a:extLst>
                  <a:ext uri="{FF2B5EF4-FFF2-40B4-BE49-F238E27FC236}">
                    <a16:creationId xmlns:a16="http://schemas.microsoft.com/office/drawing/2014/main" id="{EA3AE0C3-B872-7D1C-28C8-97B5BC112DF0}"/>
                  </a:ext>
                </a:extLst>
              </p:cNvPr>
              <p:cNvSpPr/>
              <p:nvPr/>
            </p:nvSpPr>
            <p:spPr>
              <a:xfrm>
                <a:off x="7010067" y="3775050"/>
                <a:ext cx="899963" cy="18288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7" name="Rounded Rectangle 190">
                <a:extLst>
                  <a:ext uri="{FF2B5EF4-FFF2-40B4-BE49-F238E27FC236}">
                    <a16:creationId xmlns:a16="http://schemas.microsoft.com/office/drawing/2014/main" id="{1B79D7D0-BCD7-EDAA-2BAB-37EF5413D84A}"/>
                  </a:ext>
                </a:extLst>
              </p:cNvPr>
              <p:cNvSpPr/>
              <p:nvPr/>
            </p:nvSpPr>
            <p:spPr>
              <a:xfrm>
                <a:off x="7010067" y="3982402"/>
                <a:ext cx="899963" cy="18288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" name="Rounded Rectangle 191">
                <a:extLst>
                  <a:ext uri="{FF2B5EF4-FFF2-40B4-BE49-F238E27FC236}">
                    <a16:creationId xmlns:a16="http://schemas.microsoft.com/office/drawing/2014/main" id="{652DCD56-5B85-A97D-CE24-8E69B1F2CC64}"/>
                  </a:ext>
                </a:extLst>
              </p:cNvPr>
              <p:cNvSpPr/>
              <p:nvPr/>
            </p:nvSpPr>
            <p:spPr>
              <a:xfrm>
                <a:off x="7026017" y="4189754"/>
                <a:ext cx="899963" cy="18288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" name="Rounded Rectangle 192">
                <a:extLst>
                  <a:ext uri="{FF2B5EF4-FFF2-40B4-BE49-F238E27FC236}">
                    <a16:creationId xmlns:a16="http://schemas.microsoft.com/office/drawing/2014/main" id="{F68AD87D-DF9D-6FF5-59FC-3C9578635DA8}"/>
                  </a:ext>
                </a:extLst>
              </p:cNvPr>
              <p:cNvSpPr/>
              <p:nvPr/>
            </p:nvSpPr>
            <p:spPr>
              <a:xfrm>
                <a:off x="7047282" y="4397106"/>
                <a:ext cx="899963" cy="18288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" name="Rounded Rectangle 193">
                <a:extLst>
                  <a:ext uri="{FF2B5EF4-FFF2-40B4-BE49-F238E27FC236}">
                    <a16:creationId xmlns:a16="http://schemas.microsoft.com/office/drawing/2014/main" id="{F4B04BBD-08B9-A55D-6CB3-307A378F79F5}"/>
                  </a:ext>
                </a:extLst>
              </p:cNvPr>
              <p:cNvSpPr/>
              <p:nvPr/>
            </p:nvSpPr>
            <p:spPr>
              <a:xfrm>
                <a:off x="7079180" y="4604458"/>
                <a:ext cx="899963" cy="18288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6" name="TextBox 51">
              <a:extLst>
                <a:ext uri="{FF2B5EF4-FFF2-40B4-BE49-F238E27FC236}">
                  <a16:creationId xmlns:a16="http://schemas.microsoft.com/office/drawing/2014/main" id="{27B59A41-D2AA-BA4F-D0AF-E7BD9781A2DE}"/>
                </a:ext>
              </a:extLst>
            </p:cNvPr>
            <p:cNvSpPr txBox="1"/>
            <p:nvPr/>
          </p:nvSpPr>
          <p:spPr>
            <a:xfrm>
              <a:off x="5414940" y="5469791"/>
              <a:ext cx="1932832" cy="9668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Whisker </a:t>
              </a:r>
            </a:p>
            <a:p>
              <a:pPr algn="ctr"/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stimulation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E68B80F-D544-F02B-8F38-4E260BD90B65}"/>
                </a:ext>
              </a:extLst>
            </p:cNvPr>
            <p:cNvGrpSpPr/>
            <p:nvPr/>
          </p:nvGrpSpPr>
          <p:grpSpPr>
            <a:xfrm>
              <a:off x="6569804" y="4091398"/>
              <a:ext cx="593992" cy="446330"/>
              <a:chOff x="6075977" y="3409615"/>
              <a:chExt cx="593992" cy="446330"/>
            </a:xfrm>
            <a:effectLst>
              <a:outerShdw blurRad="50800" dist="381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>
                <a:rot lat="0" lon="0" rev="7200000"/>
              </a:lightRig>
            </a:scene3d>
          </p:grpSpPr>
          <p:sp>
            <p:nvSpPr>
              <p:cNvPr id="23" name="Can 14">
                <a:extLst>
                  <a:ext uri="{FF2B5EF4-FFF2-40B4-BE49-F238E27FC236}">
                    <a16:creationId xmlns:a16="http://schemas.microsoft.com/office/drawing/2014/main" id="{7FBFC159-88F3-1C88-489E-19FC8061B085}"/>
                  </a:ext>
                </a:extLst>
              </p:cNvPr>
              <p:cNvSpPr/>
              <p:nvPr/>
            </p:nvSpPr>
            <p:spPr>
              <a:xfrm rot="5400000">
                <a:off x="6130087" y="3485333"/>
                <a:ext cx="174168" cy="282388"/>
              </a:xfrm>
              <a:prstGeom prst="can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tx1">
                    <a:lumMod val="65000"/>
                    <a:lumOff val="35000"/>
                  </a:schemeClr>
                </a:solidFill>
              </a:ln>
              <a:sp3d prstMaterial="dkEdge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" name="Can 27">
                <a:extLst>
                  <a:ext uri="{FF2B5EF4-FFF2-40B4-BE49-F238E27FC236}">
                    <a16:creationId xmlns:a16="http://schemas.microsoft.com/office/drawing/2014/main" id="{3344BD11-4566-5E53-666F-5880016AA31A}"/>
                  </a:ext>
                </a:extLst>
              </p:cNvPr>
              <p:cNvSpPr/>
              <p:nvPr/>
            </p:nvSpPr>
            <p:spPr>
              <a:xfrm rot="5400000">
                <a:off x="6207760" y="3393736"/>
                <a:ext cx="446330" cy="478088"/>
              </a:xfrm>
              <a:prstGeom prst="can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tx1">
                    <a:lumMod val="65000"/>
                    <a:lumOff val="35000"/>
                  </a:schemeClr>
                </a:solidFill>
              </a:ln>
              <a:sp3d prstMaterial="dkEdge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8" name="Freeform 29">
              <a:extLst>
                <a:ext uri="{FF2B5EF4-FFF2-40B4-BE49-F238E27FC236}">
                  <a16:creationId xmlns:a16="http://schemas.microsoft.com/office/drawing/2014/main" id="{E453525D-5B07-C4B8-594D-4F5DCFEACE1C}"/>
                </a:ext>
              </a:extLst>
            </p:cNvPr>
            <p:cNvSpPr/>
            <p:nvPr/>
          </p:nvSpPr>
          <p:spPr>
            <a:xfrm>
              <a:off x="5687189" y="2326589"/>
              <a:ext cx="863600" cy="1151467"/>
            </a:xfrm>
            <a:custGeom>
              <a:avLst/>
              <a:gdLst>
                <a:gd name="connsiteX0" fmla="*/ 863600 w 863600"/>
                <a:gd name="connsiteY0" fmla="*/ 601134 h 1151467"/>
                <a:gd name="connsiteX1" fmla="*/ 762000 w 863600"/>
                <a:gd name="connsiteY1" fmla="*/ 524934 h 1151467"/>
                <a:gd name="connsiteX2" fmla="*/ 635000 w 863600"/>
                <a:gd name="connsiteY2" fmla="*/ 143934 h 1151467"/>
                <a:gd name="connsiteX3" fmla="*/ 431800 w 863600"/>
                <a:gd name="connsiteY3" fmla="*/ 0 h 1151467"/>
                <a:gd name="connsiteX4" fmla="*/ 143933 w 863600"/>
                <a:gd name="connsiteY4" fmla="*/ 194734 h 1151467"/>
                <a:gd name="connsiteX5" fmla="*/ 0 w 863600"/>
                <a:gd name="connsiteY5" fmla="*/ 643467 h 1151467"/>
                <a:gd name="connsiteX6" fmla="*/ 76200 w 863600"/>
                <a:gd name="connsiteY6" fmla="*/ 889000 h 1151467"/>
                <a:gd name="connsiteX7" fmla="*/ 423333 w 863600"/>
                <a:gd name="connsiteY7" fmla="*/ 1134534 h 1151467"/>
                <a:gd name="connsiteX8" fmla="*/ 448733 w 863600"/>
                <a:gd name="connsiteY8" fmla="*/ 1151467 h 1151467"/>
                <a:gd name="connsiteX9" fmla="*/ 863600 w 863600"/>
                <a:gd name="connsiteY9" fmla="*/ 601134 h 1151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63600" h="1151467">
                  <a:moveTo>
                    <a:pt x="863600" y="601134"/>
                  </a:moveTo>
                  <a:lnTo>
                    <a:pt x="762000" y="524934"/>
                  </a:lnTo>
                  <a:lnTo>
                    <a:pt x="635000" y="143934"/>
                  </a:lnTo>
                  <a:lnTo>
                    <a:pt x="431800" y="0"/>
                  </a:lnTo>
                  <a:lnTo>
                    <a:pt x="143933" y="194734"/>
                  </a:lnTo>
                  <a:lnTo>
                    <a:pt x="0" y="643467"/>
                  </a:lnTo>
                  <a:lnTo>
                    <a:pt x="76200" y="889000"/>
                  </a:lnTo>
                  <a:lnTo>
                    <a:pt x="423333" y="1134534"/>
                  </a:lnTo>
                  <a:lnTo>
                    <a:pt x="448733" y="1151467"/>
                  </a:lnTo>
                  <a:lnTo>
                    <a:pt x="863600" y="60113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8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TextBox 56">
              <a:extLst>
                <a:ext uri="{FF2B5EF4-FFF2-40B4-BE49-F238E27FC236}">
                  <a16:creationId xmlns:a16="http://schemas.microsoft.com/office/drawing/2014/main" id="{C079ABF5-0232-69D1-49D6-57B7229418EF}"/>
                </a:ext>
              </a:extLst>
            </p:cNvPr>
            <p:cNvSpPr txBox="1"/>
            <p:nvPr/>
          </p:nvSpPr>
          <p:spPr>
            <a:xfrm>
              <a:off x="2088311" y="4926177"/>
              <a:ext cx="3521398" cy="9668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IR imaging</a:t>
              </a:r>
            </a:p>
            <a:p>
              <a:pPr algn="r"/>
              <a:r>
                <a:rPr lang="en-US" sz="800" b="1" dirty="0">
                  <a:latin typeface="Arial" panose="020B0604020202020204" pitchFamily="34" charset="0"/>
                  <a:cs typeface="Arial" panose="020B0604020202020204" pitchFamily="34" charset="0"/>
                </a:rPr>
                <a:t>Whisker motion (WM)</a:t>
              </a:r>
            </a:p>
          </p:txBody>
        </p:sp>
        <p:sp>
          <p:nvSpPr>
            <p:cNvPr id="10" name="TextBox 57">
              <a:extLst>
                <a:ext uri="{FF2B5EF4-FFF2-40B4-BE49-F238E27FC236}">
                  <a16:creationId xmlns:a16="http://schemas.microsoft.com/office/drawing/2014/main" id="{ED6D387D-109C-E6C3-86E6-8B7061D2119D}"/>
                </a:ext>
              </a:extLst>
            </p:cNvPr>
            <p:cNvSpPr txBox="1"/>
            <p:nvPr/>
          </p:nvSpPr>
          <p:spPr>
            <a:xfrm>
              <a:off x="6629547" y="4572384"/>
              <a:ext cx="3590068" cy="9668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Motion encoder</a:t>
              </a:r>
            </a:p>
            <a:p>
              <a:r>
                <a:rPr lang="en-US" sz="800" b="1" dirty="0">
                  <a:latin typeface="Arial" panose="020B0604020202020204" pitchFamily="34" charset="0"/>
                  <a:cs typeface="Arial" panose="020B0604020202020204" pitchFamily="34" charset="0"/>
                </a:rPr>
                <a:t>Locomotion (L) speed</a:t>
              </a:r>
            </a:p>
          </p:txBody>
        </p:sp>
        <p:sp>
          <p:nvSpPr>
            <p:cNvPr id="11" name="TextBox 58">
              <a:extLst>
                <a:ext uri="{FF2B5EF4-FFF2-40B4-BE49-F238E27FC236}">
                  <a16:creationId xmlns:a16="http://schemas.microsoft.com/office/drawing/2014/main" id="{3622FDC0-92F3-C58A-5884-73E15B9E310E}"/>
                </a:ext>
              </a:extLst>
            </p:cNvPr>
            <p:cNvSpPr txBox="1"/>
            <p:nvPr/>
          </p:nvSpPr>
          <p:spPr>
            <a:xfrm>
              <a:off x="3407615" y="1883434"/>
              <a:ext cx="1845853" cy="9668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2-PT Ca</a:t>
              </a:r>
              <a:r>
                <a:rPr lang="en-US" sz="8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2+</a:t>
              </a:r>
            </a:p>
            <a:p>
              <a:pPr algn="r"/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imaging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B18DEC9-8174-6415-E85C-C25228D6B9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34908">
              <a:off x="5535974" y="2726309"/>
              <a:ext cx="1719072" cy="859536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2A860B-5520-E0A1-FE24-A10C8B298B58}"/>
                </a:ext>
              </a:extLst>
            </p:cNvPr>
            <p:cNvGrpSpPr/>
            <p:nvPr/>
          </p:nvGrpSpPr>
          <p:grpSpPr>
            <a:xfrm flipH="1">
              <a:off x="6187001" y="3139887"/>
              <a:ext cx="242459" cy="2331952"/>
              <a:chOff x="7232585" y="2709260"/>
              <a:chExt cx="242459" cy="233195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9" name="Can 139">
                <a:extLst>
                  <a:ext uri="{FF2B5EF4-FFF2-40B4-BE49-F238E27FC236}">
                    <a16:creationId xmlns:a16="http://schemas.microsoft.com/office/drawing/2014/main" id="{6987DC30-A10D-CECD-257C-46BCFB10C07C}"/>
                  </a:ext>
                </a:extLst>
              </p:cNvPr>
              <p:cNvSpPr/>
              <p:nvPr/>
            </p:nvSpPr>
            <p:spPr>
              <a:xfrm>
                <a:off x="7232585" y="3212412"/>
                <a:ext cx="92687" cy="1828800"/>
              </a:xfrm>
              <a:prstGeom prst="can">
                <a:avLst/>
              </a:prstGeom>
              <a:solidFill>
                <a:schemeClr val="bg2">
                  <a:lumMod val="50000"/>
                </a:schemeClr>
              </a:solidFill>
              <a:ln w="9525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" name="Can 138">
                <a:extLst>
                  <a:ext uri="{FF2B5EF4-FFF2-40B4-BE49-F238E27FC236}">
                    <a16:creationId xmlns:a16="http://schemas.microsoft.com/office/drawing/2014/main" id="{8D023D15-5E09-C18F-7F2C-698E22FD72FE}"/>
                  </a:ext>
                </a:extLst>
              </p:cNvPr>
              <p:cNvSpPr/>
              <p:nvPr/>
            </p:nvSpPr>
            <p:spPr>
              <a:xfrm>
                <a:off x="7253026" y="2979664"/>
                <a:ext cx="54864" cy="248312"/>
              </a:xfrm>
              <a:prstGeom prst="can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270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" name="Can 137">
                <a:extLst>
                  <a:ext uri="{FF2B5EF4-FFF2-40B4-BE49-F238E27FC236}">
                    <a16:creationId xmlns:a16="http://schemas.microsoft.com/office/drawing/2014/main" id="{D5EA20EC-83C1-1636-CC52-9FCE8B76B316}"/>
                  </a:ext>
                </a:extLst>
              </p:cNvPr>
              <p:cNvSpPr/>
              <p:nvPr/>
            </p:nvSpPr>
            <p:spPr>
              <a:xfrm rot="3373556">
                <a:off x="7333312" y="2831560"/>
                <a:ext cx="54864" cy="228600"/>
              </a:xfrm>
              <a:prstGeom prst="can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2700"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" name="Can 15">
                <a:extLst>
                  <a:ext uri="{FF2B5EF4-FFF2-40B4-BE49-F238E27FC236}">
                    <a16:creationId xmlns:a16="http://schemas.microsoft.com/office/drawing/2014/main" id="{604D19AC-79B2-D01E-4870-23D6C7C7341C}"/>
                  </a:ext>
                </a:extLst>
              </p:cNvPr>
              <p:cNvSpPr/>
              <p:nvPr/>
            </p:nvSpPr>
            <p:spPr>
              <a:xfrm>
                <a:off x="7416296" y="2709260"/>
                <a:ext cx="53503" cy="413136"/>
              </a:xfrm>
              <a:prstGeom prst="can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 w="12700">
                <a:noFill/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FFC1C62-499B-DE0C-E125-EFE81377E0B2}"/>
                </a:ext>
              </a:extLst>
            </p:cNvPr>
            <p:cNvGrpSpPr/>
            <p:nvPr/>
          </p:nvGrpSpPr>
          <p:grpSpPr>
            <a:xfrm rot="810078">
              <a:off x="5272821" y="2066291"/>
              <a:ext cx="806997" cy="670336"/>
              <a:chOff x="4481490" y="1449739"/>
              <a:chExt cx="614826" cy="477094"/>
            </a:xfrm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1C9E194-3681-C081-5C89-4FC713D8A78D}"/>
                  </a:ext>
                </a:extLst>
              </p:cNvPr>
              <p:cNvSpPr/>
              <p:nvPr/>
            </p:nvSpPr>
            <p:spPr>
              <a:xfrm rot="8620569">
                <a:off x="4481490" y="1449739"/>
                <a:ext cx="455249" cy="27063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  <a:sp3d prstMaterial="matte">
                <a:bevelT w="25400" h="25400"/>
                <a:bevelB prst="angl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" name="Snip Same Side Corner Rectangle 68">
                <a:extLst>
                  <a:ext uri="{FF2B5EF4-FFF2-40B4-BE49-F238E27FC236}">
                    <a16:creationId xmlns:a16="http://schemas.microsoft.com/office/drawing/2014/main" id="{61363EE3-C16E-31BF-B398-5F24A40A4E18}"/>
                  </a:ext>
                </a:extLst>
              </p:cNvPr>
              <p:cNvSpPr/>
              <p:nvPr/>
            </p:nvSpPr>
            <p:spPr>
              <a:xfrm rot="8620569">
                <a:off x="4611087" y="1689899"/>
                <a:ext cx="454531" cy="120002"/>
              </a:xfrm>
              <a:prstGeom prst="snip2SameRect">
                <a:avLst>
                  <a:gd name="adj1" fmla="val 32069"/>
                  <a:gd name="adj2" fmla="val 0"/>
                </a:avLst>
              </a:prstGeom>
              <a:solidFill>
                <a:schemeClr val="bg1">
                  <a:lumMod val="9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  <a:sp3d prstMaterial="matte">
                <a:bevelT w="25400" h="25400"/>
                <a:bevelB prst="angl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" name="Trapezoid 17">
                <a:extLst>
                  <a:ext uri="{FF2B5EF4-FFF2-40B4-BE49-F238E27FC236}">
                    <a16:creationId xmlns:a16="http://schemas.microsoft.com/office/drawing/2014/main" id="{8E10410D-E465-744D-25C6-43395D07C001}"/>
                  </a:ext>
                </a:extLst>
              </p:cNvPr>
              <p:cNvSpPr/>
              <p:nvPr/>
            </p:nvSpPr>
            <p:spPr>
              <a:xfrm rot="8620569">
                <a:off x="4743084" y="1789410"/>
                <a:ext cx="353232" cy="137423"/>
              </a:xfrm>
              <a:prstGeom prst="trapezoid">
                <a:avLst>
                  <a:gd name="adj" fmla="val 67224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 w="9525">
                <a:solidFill>
                  <a:schemeClr val="bg1">
                    <a:lumMod val="50000"/>
                  </a:schemeClr>
                </a:solidFill>
              </a:ln>
              <a:sp3d prstMaterial="matte">
                <a:bevelT w="25400" h="25400"/>
                <a:bevelB prst="angle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sz="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pic>
          <p:nvPicPr>
            <p:cNvPr id="15" name="Picture 14" descr="A picture containing icon&#10;&#10;Description automatically generated">
              <a:extLst>
                <a:ext uri="{FF2B5EF4-FFF2-40B4-BE49-F238E27FC236}">
                  <a16:creationId xmlns:a16="http://schemas.microsoft.com/office/drawing/2014/main" id="{9CF5037E-D3F6-2285-6CE3-3209FBDF68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3020992">
              <a:off x="4992007" y="3646619"/>
              <a:ext cx="778738" cy="1089683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727811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Zhang, Lu (NIH/NIMH) [C]</dc:creator>
  <cp:lastModifiedBy>Zhang, Lu (NIH/NIMH) [C]</cp:lastModifiedBy>
  <cp:revision>1</cp:revision>
  <dcterms:created xsi:type="dcterms:W3CDTF">2025-04-02T14:35:19Z</dcterms:created>
  <dcterms:modified xsi:type="dcterms:W3CDTF">2025-04-02T14:35:38Z</dcterms:modified>
</cp:coreProperties>
</file>